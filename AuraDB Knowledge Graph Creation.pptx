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1ff1fa73708899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1ff1fa73708899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1ff1fa737088999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1ff1fa737088999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1ff1fa737088999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1ff1fa737088999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1ff1fa737088999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1ff1fa737088999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1ff1fa737088999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1ff1fa737088999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1ff1fa737088999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1ff1fa73708899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1ff1fa737088999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1ff1fa737088999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1ff1fa737088999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1ff1fa737088999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AuraDB Knowledge Graph Creation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Evita Celmina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creenshot 2026-10-01 at 2.06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075" y="152400"/>
            <a:ext cx="505985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Screenshot 2026-10-01 at 2.21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23" y="379175"/>
            <a:ext cx="4159151" cy="438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 title="Screenshot 2026-10-01 at 2.21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277" y="379175"/>
            <a:ext cx="4601213" cy="438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Screenshot 2026-10-01 at 2.22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666750"/>
            <a:ext cx="8763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 title="Screenshot 2026-10-01 at 2.25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250" y="152400"/>
            <a:ext cx="761949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 title="Screenshot 2026-10-01 at 2.25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2850"/>
            <a:ext cx="8839201" cy="2957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Screenshot 2026-10-01 at 2.26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0075"/>
            <a:ext cx="8839201" cy="374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 title="Screenshot 2026-10-01 at 2.26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563" y="152400"/>
            <a:ext cx="742086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 title="Screenshot 2026-10-01 at 2.26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25" y="152400"/>
            <a:ext cx="764314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